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bd6b78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bd6b78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bd6b7882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bd6b7882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8bd6b7882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8bd6b7882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bd6b7882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bd6b7882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bd6b7882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8bd6b7882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8bd6b7882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8bd6b7882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bd6b7882_0_2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8bd6b7882_0_2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bd6b7882_0_2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8bd6b7882_0_2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bd6b7882_0_2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8bd6b7882_0_2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8bd6b7882_0_2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8bd6b7882_0_2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8bd6b7882_0_2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8bd6b7882_0_2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51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Projeto de Ciência de Dados Aplicada à Nutrição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7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de Inteligência Artificial e Ciência de Dados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48225" y="3198825"/>
            <a:ext cx="7985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Nome</a:t>
            </a:r>
            <a:r>
              <a:rPr lang="es" sz="1800">
                <a:solidFill>
                  <a:schemeClr val="dk2"/>
                </a:solidFill>
              </a:rPr>
              <a:t>: Kevin Bermudez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Ano letivo: 2025/2026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Universidade da Beira Interior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 e Dados Utilizados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27950" y="1017725"/>
            <a:ext cx="3834000" cy="29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Objetivo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Integrar dados nutricionais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Identificar padrões alimentares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Descobrir fatores associados ao sucesso das dietas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Prever perda de peso utilizando Machine Learning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4825200" y="1073700"/>
            <a:ext cx="3556800" cy="285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Dados Utilizados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4 datasets: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Pacientes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Dietas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Nutricionistas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Resultados clínicos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2523 registos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31 variáveis iniciais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11700" y="4084900"/>
            <a:ext cx="8070300" cy="78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Pergunta principal: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É possível prever o sucesso de uma dieta?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Limpeza e Processamento de Dados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40000" y="1239450"/>
            <a:ext cx="2712900" cy="3279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Problemas Identificados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Valores em falta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(até 11,45%)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Variáveis redundantes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Presença de outliers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• Inconsistências nos dados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438650" y="1251450"/>
            <a:ext cx="25440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Processamento Aplicado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Remoção de variáveis redundantes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Imputação de valores nulos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(Mediana e Moda)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Tratamento de outliers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(Método IQR)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Normalização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(StandardScaler)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272025" y="1215350"/>
            <a:ext cx="1856700" cy="2893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Dataset Inicial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2523 × 31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↓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Dataset Final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2375 × 28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0602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</a:t>
            </a:r>
            <a:r>
              <a:rPr lang="es"/>
              <a:t>Análise Exploratória - Matriz de Correlação </a:t>
            </a:r>
            <a:endParaRPr/>
          </a:p>
        </p:txBody>
      </p:sp>
      <p:pic>
        <p:nvPicPr>
          <p:cNvPr id="78" name="Google Shape;78;p16" title="matriz correl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6725" y="646400"/>
            <a:ext cx="5977275" cy="449710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110925" y="646400"/>
            <a:ext cx="3055800" cy="39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Principais Descobertas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Maior motivação → maior adesão à dieta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Maior adesão → maior perda de peso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Peso inicial apresentou influência moderada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Fatores comportamentais mostraram maior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impacto do que características isoladas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das dietas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adiccion a la die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837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5958550" y="306250"/>
            <a:ext cx="2748900" cy="430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Principais Conclusões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Existe uma relação clara entre adesão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e perda de peso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Pacientes mais aderentes obtiveram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melhores resultados clínicos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O comportamento do paciente mostrou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maior impacto do que apenas o tipo de dieta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tipo de dieta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757924" cy="48681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5910325" y="402700"/>
            <a:ext cx="2990100" cy="403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Principais Conclusões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A dieta low_carb apresentou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a maior perda média de peso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As restantes dietas mostraram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resultados relativamente próximos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✓ O tipo de dieta, isoladamente,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não explica totalmente o sucesso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2"/>
                </a:solidFill>
              </a:rPr>
              <a:t>dos pacientes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por sexo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847"/>
            <a:ext cx="5934424" cy="512265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6030900" y="390650"/>
            <a:ext cx="2869500" cy="414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Principais Conclusões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Observou-se maior perda média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 peso no sexo masculino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 sexo apresentou associação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com os resultados observados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Ainda assim, variáveis como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adesão e motivação mostraram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maior influência global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 title="experienc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22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6513175" y="692075"/>
            <a:ext cx="2266800" cy="377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Principais Conclusões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Observou-se tendência para maiores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perdas de peso com mais experiência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Nutricionistas mais experientes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apresentaram melhores resultados médios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Apesar disso, a experiência isoladamente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não explica totalmente o sucesso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 title="cotove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2358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/>
          <p:nvPr/>
        </p:nvSpPr>
        <p:spPr>
          <a:xfrm>
            <a:off x="6368475" y="342425"/>
            <a:ext cx="2556000" cy="40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Principais Conclusões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Observou-se um ponto de estabilização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 partir de 3 clusters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Foram identificados 3 perfis distintos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 pacientes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Os grupos apresentaram diferenças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 adesão e nos resultados obtidos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 title="clust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9465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/>
          <p:nvPr/>
        </p:nvSpPr>
        <p:spPr>
          <a:xfrm>
            <a:off x="6332325" y="318300"/>
            <a:ext cx="2230500" cy="44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Principais Conclusões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O cluster do paciente foi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 fator mais relevante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A adesão à dieta apresentou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forte impacto nas previsões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Características iniciais como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peso e idade também influenciaram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os resultados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 title="compar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055724" cy="40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/>
          <p:nvPr/>
        </p:nvSpPr>
        <p:spPr>
          <a:xfrm>
            <a:off x="7067800" y="291775"/>
            <a:ext cx="1989300" cy="361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Random Forest apresentou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 melhor desempenho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Linear Regression mostrou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resultados semelhantes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✓ Decision Tree apresentou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menor capacidade preditiva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Conclusões Finais</a:t>
            </a:r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364125" y="1246700"/>
            <a:ext cx="3074400" cy="132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Adesão e motivação apresentaram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maior influência no sucesso das dietas</a:t>
            </a:r>
            <a:endParaRPr/>
          </a:p>
        </p:txBody>
      </p:sp>
      <p:sp>
        <p:nvSpPr>
          <p:cNvPr id="128" name="Google Shape;128;p24"/>
          <p:cNvSpPr/>
          <p:nvPr/>
        </p:nvSpPr>
        <p:spPr>
          <a:xfrm>
            <a:off x="3603100" y="1246700"/>
            <a:ext cx="3392400" cy="132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Os modelos atingiram elevada precisão,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com destaque para o Random Forest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(R² = 0.856)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/>
          <p:nvPr/>
        </p:nvSpPr>
        <p:spPr>
          <a:xfrm>
            <a:off x="364125" y="3094800"/>
            <a:ext cx="3074400" cy="1226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Perfis distintos de pacientes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obtiveram respostas diferentes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aos planos alimentares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